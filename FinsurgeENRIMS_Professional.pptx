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3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FinsurgeENRIMS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A3D75"/>
                </a:solidFill>
              </a:defRPr>
            </a:pPr>
            <a:r>
              <a:t>Real-Time Fraud Detection &amp;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C8C8C8"/>
                </a:solidFill>
              </a:defRPr>
            </a:pPr>
            <a:r>
              <a:t>Enterprise Risk Management System for Indian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System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Real-time detection of fraud, AML risks, and compliance violations for Indian banks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92 detection rules organized into 22 detection scenarios covering: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Fraud patterns (card fraud, account takeover, behavioral anomalies, mule accounts)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Cyber threats (SIM swap, phishing, UPI fraud, digital channel attacks)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Advanced fraud (AI deepfakes, synthetic identities, bot detection)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Internal fraud (employee abuse, data theft)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Customer 360° unified view with network relationship analysis and watchlist screening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Alert-to-case-to-regulatory-filing workflow with SLA tracking and AI-powered investigation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Investigation Copilot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AI-assisted investigation platform that accelerates alert analysis and case resolution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Score Calculation Transparency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Hover tooltip shows exact risk score formula: Base Alert + Risk Factors + PEP Flag + Severity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Helps investigators understand why alerts are prioritized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rPr b="1"/>
              <a:t>Ask the Copilot</a:t>
            </a:r>
            <a:r>
              <a:t> — Conversational Analysis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'Why is this customer flagged?' → Copilot explains detection pattern and rule triggers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'Show similar cases' → Retrieves historical closed cases with similar characteristics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'Next steps?' → Recommends investigation actions based on alert profile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Context Integration: Previous cases, activity timeline, related alerts all visible in one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Detection Scenarios — Read-Only Framework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Detection Scenarios are read-only templates that group related rules by fraud/risk type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22 Pre-Built Scenarios (not editable via UI):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Fraud: Card Fraud (3 rules), Account Takeover (3), Behavioral Anomaly (5), Mule Accounts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Cyber: SIM Swap/Phishing (3), Digital Channel Attacks (4), UPI Fraud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AI Fraud: Deepfake/Synthetic ID (5), Bot Detection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Internal: Employee Abuse (7 rules), Data Theft (3)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Money Movement: Structuring (5), Layering (4), Geographic Risk (3)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Scenario Metrics: Detection count, last triggered date, constituent rules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Purpose: Provide investigators immediate context about fraud pattern types without manual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Rules Engine — Transaction 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Real-time evaluation of 75 enabled detection rules against every customer transaction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Rule Architecture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Conditions: JSON-based logic trees (e.g., IF age &gt; 30 AND amount &gt; 10L, THEN flag)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Actions: Create alert, flag transaction, adjust customer risk score, notify compliance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Thresholds: Amount-based, count-based, time-windowed (1h, 24h, 7d, 30d, 90d)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Channels: Apply to specific channels (Mobile, Teller, ATM, Card, UPI)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Customer Types: Target rule to specific segments (High-Value, New, Dormant)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On-Rule Match Workflow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Alert created with risk score, assigned to analyst based on workload, SLA timer starts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Performance Tracking: Detection count per rule, false positive rate, rule effectiveness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Customer 360 — Complete Risk 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Single-pane view of customer risk, transactions, cases, and connected entities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5 Integrated Tabs: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Overview</a:t>
            </a:r>
            <a:r>
              <a:t> — Risk score, KYC status, account summary, transaction heatmap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Transactions</a:t>
            </a:r>
            <a:r>
              <a:t> — Full transaction history with rule-match filtering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Alerts</a:t>
            </a:r>
            <a:r>
              <a:t> — All linked alerts with status, SLA, and investigation notes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Network Analysis</a:t>
            </a:r>
            <a:r>
              <a:t> — Relationship mapping showing connected entities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rPr b="1"/>
              <a:t>Audit</a:t>
            </a:r>
            <a:r>
              <a:t> — Immutable log of all customer-related actions and data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Network Relationship Types: Parent/Subsidiary, UBO (Ultimate Beneficial Owner), Director, Shareholder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Risk Visualizations: Entity risk scores, PEP flags, sanctions match indicators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Enables investigators to understand customer's business ecosystem in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Alert Management — From Detection to 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Complete alert lifecycle with SLA enforcement and intelligent routing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Alert States: New → Assigned → Under Review → Escalated → Closed (True/False Positive)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Severity-Based SLAs: Critical (4h), High (24h), Medium (72h), Low (168h response 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Intelligent Auto-Assignment: Routes alerts to available analysts by skill, current workload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Investigation Features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Add detailed investigation notes, attach evidence documents, link related cases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Bulk actions: Close multiple false positives, escalate groups, reassign batches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Override alerts, mark as false positive with reason, escalate for compliance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Dashboard Analytics: New alerts trending, SLA compliance rate, closure patterns by rule/analyst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Case Management — Structured Investigation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Consolidate related alerts and evidence into formal investigation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Case Types: Fraud, AML/Money Laundering, Operational Risk, Cyber, Internal Misconduct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Case Lifecycle: Open → Assigned → Under Investigation → Escalated → Pending Regulatory → Closed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Evidence Management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Attach documents, screenshots, transaction exports, KYC records to cases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Link multiple alerts, customers, and accounts to single investigation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Regulatory Integration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Auto-file CTR (Cash Transaction Report) for transactions ≥ ₹10 lakh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Auto-file SAR (Suspicious Activity Report) when case closed as confirmed fraud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Metrics: Investigation time by type, true positive rate, regulatory filing timeliness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Dashboard &amp; Real-Time Monitoring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Executive visibility into risk management operations and team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Key Performance Indicators (Real-Time)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New alerts (24h), Overdue alerts, New cases, Closure rate, SLA compliance 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Operational Dashboards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Alert heatmap by hour, customer segment, rule category showing risk distribution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Team workload: Assignments per analyst, case load, average case resolution time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Rules performance: Top-triggered rules, false positive rate, detection effectiveness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System Health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Database connectivity, API response latency, background job queue depth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Geographic Analysis: Transaction volume and risk by branch, state, customer 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Customizable saved views by role: Compliance Officer, Analyst, Investigator,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380"/>
          </a:solidFill>
          <a:ln>
            <a:solidFill>
              <a:srgbClr val="1F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surge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74320"/>
            <a:ext cx="581558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4380"/>
                </a:solidFill>
              </a:defRPr>
            </a:pPr>
            <a:r>
              <a:t>Audit Trail — Compliance &amp; Accountability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34440"/>
            <a:ext cx="2468880" cy="0"/>
          </a:xfrm>
          <a:prstGeom prst="line">
            <a:avLst/>
          </a:prstGeom>
          <a:ln w="50800">
            <a:solidFill>
              <a:srgbClr val="EA3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54480"/>
            <a:ext cx="7680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Immutable audit logging of every operation for regulatory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Audit Coverage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Detection: Rule creation/modification, alert generation, escalation triggers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Investigation: Case creation, evidence attachment, notes added, disposition marked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Access: User login, data access, rule changes, configuration updates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Retention: 5 years (RBI mandate) for audit logs, 7 years for transaction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Security Controls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Role-Based Access: Admin, Compliance, Analyst, Investigator, Maker-Checker approval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Data Protection: PII encryption (PAN, Aadhaar), API response masking, HTTPS-only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Tamper Prevention: Append-only logs, digital signing, no modification after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Compliance Ready: Meets RBI Master Direction, PMLA Section 12, data localization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