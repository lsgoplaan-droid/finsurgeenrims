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FinsurgeENRIMS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1D5DB"/>
                </a:solidFill>
              </a:defRPr>
            </a:pPr>
            <a:r>
              <a:t>Enterprise Risk Management System</a:t>
            </a:r>
            <a:br/>
            <a:r>
              <a:t>Core Functions &amp;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Real-time fraud detection, AML compliance, and KYC management for Indian banks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92 detection rules organized into 22 scenarios (structuring, card fraud, cyber, AI fraud,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Customer 360-degree view with network analysis, watchlist screening, risk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Alert-driven investigation workflow with AI-powered copilot assistance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Case management, regulatory reporting (CTR/SAR), immutable audit trails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Role-based access control (Admin, Compliance, Analyst, Investigator, Maker-Checker)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Investigation Copilot -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AI-powered assistant helping analysts investigate suspicious alerts in real-time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Score Calculation Tooltip - Shows how alert risk score is computed: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• Base alert risk + Risk factors + PEP status + Severity = Final score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Ask the Copilot - Natural language chat to analyze alerts: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• Why is this customer flagged? Copilot explains the pattern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• Similar cases? Fetches related closed cases from history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Displays previous cases, activity timeline, recommended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Live score breakdown, contextual recommendations, pattern matching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Detection Scenarios &amp; Rules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Detection Scenarios - Named rule groupings for specific fraud patterns: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AML: Structuring (5), Layering (4), Geographic Risk (3)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Fraud: Card Fraud (3), Account Takeover (3), Behavioral (5), Mule (3)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Cyber: SIM Swap/Phishing (3), Digital Attacks (4), UPI Fraud (3)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Internal: Employee Abuse (7), Data Theft (3) | AI: Deepfake (5), Bot (3)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Rules Engine - Evaluates 75 enabled rules against each transaction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JSON condition trees, 10+ operators, AND/OR nesting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On match: Creates alert, flags transaction, adjusts risk, auto-assigns analyst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 360 - Complete Customer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Unified customer view with 5 tabs: Overview, Transactions, Alerts, Network, Audit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Overview - Risk score, KYC status, account summary, activity heatmap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Network Analysis Tab - Connected entities with relationship types: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Parent companies, subsidiaries, UBOs, directors, shareholders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Risk badges: High-risk entities, PEPs, sanctions matches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Network summary: Total entities, connections, average risk score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Transactions &amp; Alerts - Drill-down into specific activity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Audit Tab - Immutable log of all customer-related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Alert Management - Detect &amp; Investigate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Real-time alerts when rules trigger on customer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Alert States: New &gt; Assigned &gt; Under Review &gt; Escalated &gt; Closed (True/False Positive)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SLA Tracking: Critical (4h), High (24h), Medium (72h), Low (168h)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Auto-assignment: New alerts routed to analysts by skill &amp; workload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Alert Details: Risk score, triggered rule, customer context,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Investigation: Add notes, attach evidence, mark disposition, escalate if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Bulk Operations: Close false positives, escalate groups, re-assign batches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Dashboard: Real-time KPIs (new alerts, overdue, closed 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Case Management - Structured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Cases - Consolidate multiple related alerts into formal investigations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Links: Multiple alerts, customers, evidence documents, CTR/SAR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Workflow: Open &gt; Assigned &gt; Under Investigation &gt; Escalated &gt; Pending Regulatory &gt; Closed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Case Types: Fraud, AML/Structuring, KYC, Operational, Cyber, Internal Fraud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Evidence Management: Attach documents, screenshots, transaction exports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Regulatory Tie-in: Auto-file CTR or SAR based on investigation findings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Metrics: Status distribution, investigation time, true positive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Full Audit: Creation, reassignments, status changes all logged immutably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Rules Management - Customize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Rule Editor: Create, modify, enable/disable rules without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Rule Components: Conditions (JSON trees), Actions, Time Window, Thresholds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    Example: If customer_age &gt; 30 AND txn_amount &gt; 10L, create high-priority alert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Time Windows: 1h, 24h, 7d, 30d, 90d aggregation periods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Thresholds: Amount (paise), count, applicable channels, customer types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Metrics View: Detection count, last triggered, false positive rate per rule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75 Enabled Rules: Fraud, Cyber, Internal, AI Fraud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Versioning: Track changes, rollback capability, maker-checker approval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KYC &amp; Compliance - Regulatory Adherence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KYC Reviews: Initial, annual re-KYC, periodic reviews with documents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Documents: Aadhaar, PAN, proof of address, video KYC status verification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Risk Classification: Based on profile, PEP check, sanctions screening,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Watchlist Screening: Real-time match against PEPs, sanctions, internal lists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Screening Results: Match status, confidence scores, exemption marking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Audit Trail: Every KYC update, screening run, exemption with user, timestamp, reason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Data Protection: KYC data localized to India, encrypted at rest, 7-year retention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RBI Compliance: Meets Master Direction on KYC, AML/CFT standards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Watchlist &amp; Regulatory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Watchlist Management: Internal lists of high-risk entities, PEPs, blocked individuals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Screening: Every customer auto-screened; matches flag for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Watchlist Types: PEPs, Sanctions, Debarred, High-Risk Jurisdictions, Corporate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CTR Filing: Cash Transaction Reports auto-generated for txns &gt;= 10 lakh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SAR Filing: Suspicious Activity Reports filed for confirmed fraud/AML cases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Filing Status: Track submissions to FIU-IND with reference numbers, 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Compliance: Report counts by period, filing timelines, rejections/resubmissions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Integration: Direct FIU-IND portal integration for automated electronic filing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Dashboard &amp; Monitoring - Real-time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KPI Cards: Active alerts, overdue, new cases, closed rate, SLA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Alert Heatmap: Risk distribution by hour, customer segment, rule category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Rules Performance: Top-triggered rules, false positive rate, effectiveness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Team Workload: Alerts per analyst, case load, average closure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Audit Log Summary: Recent activities, access patterns, failed auth attempts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System Health: Database status, API latency, background job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Geographic Heat: Transaction volume and risk concentration by branch/state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Customizable Dashboards: Saved views by role, filters, date ranges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Audit Trail &amp; Security -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Immutable Audit Log: Every operation logged (user, IP, timestamp, resource, action)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Audit Coverage: Rule changes, user roles, alert closures, case updates, data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Role-Based Access: Admin, Compliance, Analyst, Investigator, Maker-Checker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Data Security: PII encryption (PAN, Aadhaar), response masking, HTTPS-only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Retention: Audit logs 5 years (RBI), transaction data 7 years (RBI mandate)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Audit Reports: Export by date, user, action type for compliance reviews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Compliance Ready: RBI Master Direction, PMLA Section 12, data localization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Production Standards: Meets security audit requirements for bank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