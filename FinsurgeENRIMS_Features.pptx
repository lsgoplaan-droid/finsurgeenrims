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828800" cy="17252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4B55B4"/>
                </a:solidFill>
              </a:defRPr>
            </a:pPr>
            <a:r>
              <a:t>Enterprise Risk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6600"/>
                </a:solidFill>
              </a:defRPr>
            </a:pPr>
            <a:r>
              <a:t>Real-time AML, Fraud Detection &amp; Compliance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4114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B55B4"/>
                </a:solidFill>
              </a:defRPr>
            </a:pPr>
            <a:r>
              <a:t>Alert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26+ dynamic rules, real-time pattern matching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3474720"/>
            <a:ext cx="4114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5661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B55B4"/>
                </a:solidFill>
              </a:defRPr>
            </a:pPr>
            <a: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9319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Executive KPIs, risk heatmaps, SLA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754879"/>
            <a:ext cx="4114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846319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B55B4"/>
                </a:solidFill>
              </a:defRPr>
            </a:pPr>
            <a:r>
              <a:t>Customer 360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79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Unified risk profile with transaction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4754879"/>
            <a:ext cx="4114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4846319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B55B4"/>
                </a:solidFill>
              </a:defRPr>
            </a:pPr>
            <a:r>
              <a:t>Case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5212079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Investigation workflow with maker-checker controls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B55B4"/>
                </a:solidFill>
              </a:defRPr>
            </a:pPr>
            <a:r>
              <a:t>Advanced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B4"/>
                </a:solidFill>
              </a:defRPr>
            </a:pPr>
            <a:r>
              <a:t>Investigation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</a:defRPr>
            </a:pPr>
            <a:r>
              <a:t>AI-powered alert analysis with customer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B4"/>
                </a:solidFill>
              </a:defRPr>
            </a:pPr>
            <a:r>
              <a:t>Rules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7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</a:defRPr>
            </a:pPr>
            <a:r>
              <a:t>26 detection rules: structuring, PEP, fraud, compliance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36576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B4"/>
                </a:solidFill>
              </a:defRPr>
            </a:pPr>
            <a:r>
              <a:t>Network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</a:defRPr>
            </a:pPr>
            <a:r>
              <a:t>Transaction networks and relationship mapping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097280"/>
            <a:ext cx="36576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0972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B4"/>
                </a:solidFill>
              </a:defRPr>
            </a:pPr>
            <a:r>
              <a:t>Regulatory Filing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4630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</a:defRPr>
            </a:pPr>
            <a:r>
              <a:t>Automated SAR/CTR for FIU-IND compliance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560320"/>
            <a:ext cx="36576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560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B4"/>
                </a:solidFill>
              </a:defRPr>
            </a:pPr>
            <a:r>
              <a:t>Risk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92607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</a:defRPr>
            </a:pPr>
            <a:r>
              <a:t>Real-time customer risk scoring &amp; appetite monitoring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4023360"/>
            <a:ext cx="36576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4023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55B4"/>
                </a:solidFill>
              </a:defRPr>
            </a:pPr>
            <a:r>
              <a:t>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3891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</a:defRPr>
            </a:pPr>
            <a:r>
              <a:t>RBI KYC mandate, PMLA workflow, immutable logging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807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Detection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7607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150+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60807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Alerts/Month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7607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Real-time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0807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7607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60807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Compliant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