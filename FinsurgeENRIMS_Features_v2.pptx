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12939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82828"/>
                </a:solidFill>
              </a:defRPr>
            </a:pPr>
            <a:r>
              <a:t>Enterprise Risk Management System</a:t>
            </a:r>
          </a:p>
          <a:p>
            <a:r>
              <a:t>Real-time Detection, Investigation &amp; Regulatory Compliance for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Dashboard — Real-Time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Executive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Centralized view of critical metrics: open alerts (30), active cases (12), fraud loss (₹53.5M), overdue SLA (2 cases). Color-coded severity indicators for quick identification of risk areas.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📈 Trend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Visualize alert volume, case closure rates, and regulatory filing trends over time. Drill-down capability to trace metrics back to source transactions and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⚡ Instant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Click any metric to filter and investigate. Create cases directly from alerts. Assign alerts to analysts with SLA tracking (response time: 2-24 hours based on priority).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Alert Detection &amp;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🎯 Automated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26 detection rules monitor transactions 24/7 for suspicious patterns: structuring, dormant account activation, unusual velocity, high-risk geography. Real-time risk scoring (0-100) on every transaction.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🔍 Investigation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AI-powered analysis of new alerts. Automatic context gathering: customer profile, account history, network relationships. Smart assignment to available analysts with workload balancing.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✅ Alert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Mark as true positive → escalate to cases. False positive → close with reason. Escalated → manager review. Full audit trail with user, timestamp, and notes on every status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Case Management &amp; Escalation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📋 Full Case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Create case from alert → assign to investigator → track findings → escalate if needed → set disposition (true/false positive) → file regulatory report. SLA tracking with visual indicators for overdue cases.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🔗 Evidence &amp;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Attach evidence (documents, screenshots, investigator notes). Link related alerts and transactions. Build investigation narrative with automated timeline from case activity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⚖️ Regulatory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Cases flagged as true positive auto-file CTR/SAR to FIU-IND portal. Track filing status and regulatory feedback. Maintain 5-year audit trail for compliance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360 &amp; Fraud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👤 Customer 360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Complete customer view: verification status, risk category, accounts, transaction history (last 50), related alerts, open cases, network relationships. PEP (politically exposed person) flagging with auto-enhanced monitoring for high-risk profiles.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💳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Card fraud monitoring: velocity checks (amount/frequency), cross-border thresholds, merchant category anomalies. Transaction scoring integrates customer risk + behavioral patterns + rules engine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Risk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Dynamic risk adjustment: base risk (low/medium/high/very_high) + behavioral modifiers = real-time customer risk score (0-100). Influences alert sensitivity and SLA prioritization.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Detection Rules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⚙️ Customizable Rules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Rule types: structuring (split transactions), dormant activation, high-risk geography, PEP transactions, velocity anomalies, card fraud, unusual channels. JSON-based conditions support AND/OR logic and 10 evaluation operators. Enable/disable rules by bank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📋 Regulatory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Full compliance with RBI regulatory directives. Auto-generate CTR/SAR reports with mandatory fields. Immutable audit trail proves regulatory requirements met. 5-year data retention with secure encryption and tamper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🔐 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PII masking in APIs (PAN: XXXXX1234, phone: +91XXXXX3210). Field-level encryption for sensitive data. HTTPS + HSTS enforcement. Rate limiting prevents brute force attacks (5 login attempts/min).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Advanced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🤖 Investigation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AI-powered assistant for investigators. Analyzes alert context, customer history, and rules that triggered. Suggests next investigative steps with confidence scores. Reduces investigation time from hours to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🕸️ Network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Graph visualization of customer relationships and transaction flows. Identify layering rings and money mule networks. Detect collusion patterns across accounts and customers. Risk concentration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Risk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Risk appetite heatmaps by geography, merchant, customer segment. SLA compliance dashboard: target vs actual. Regulatory filing deadlines with countdown. Production-ready monitoring with Prometheus metrics and alerting.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Risk Score Calculation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💹 Transaction Risk Score (0-100)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Base: 10pt | Rule Severity: Critical +40, High +25, Medium +15, Low +5 | Channel: SWIFT +10, Branch/ATM +5, Internet/Mobile +3, POS +2 | Customer Category: very_high +35, high +20, medium +10, low 0. Example: 10+25+10+35=80/100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👥 Customer Risk Score (Weighted Rolling)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Previous score + adjustment per matched rule (capped at 100). Critical rule: +5, High: +3, Medium: +1.5, Low: +0.5. Example: Score 70 + two critical rules = min(70+5+5, 100) = 80/100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🎯 Auto-Assigned Risk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75-100: very_high (🔴 strict monitoring) | 50-74: high (🟠 enhanced rules) | 25-49: medium (🟡 standard) | 0-24: low (🟢 minimal). Higher scores = stricter alert sensitivity, automatic.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640080" cy="6038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B55B4"/>
          </a:solidFill>
          <a:ln>
            <a:solidFill>
              <a:srgbClr val="4B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Risk Appetite Monitoring — CRO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📊 5 Portfolio-Level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1️⃣ High-Risk Customer Exposure: (very_high / total) × 100% [Limit: 15% | Warning: 12%] | 2️⃣ Portfolio Avg Risk: Mean risk_score [Limit: 45 | Warning: 35] | 3️⃣ PEP Exposure: (PEP / total) × 100% [Limit: 5% | Warning: 3%]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🎯 SLA &amp; Transaction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7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4️⃣ SLA Compliance Rate: (on-time / total) × 100% [Limit: 85% | Warning: 90%] | 5️⃣ Flagged Txn Volume (30d): (flagged amount / total) × 100% [Limit: 2% | Warning: 1.5%]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023360"/>
            <a:ext cx="91440" cy="36576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B55B4"/>
                </a:solidFill>
              </a:defRPr>
            </a:pPr>
            <a:r>
              <a:t>⚠️ Status Indicators &amp; CRO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82828"/>
                </a:solidFill>
              </a:defRPr>
            </a:pPr>
            <a:r>
              <a:t>🟢 OK (within warning) | 🟡 WARNING (warning–limit) | 🔴 BREACH (exceeds limit). CRO adjusts thresholds on-the-fly via dashboard—no code changes, instant effect.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